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73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Upload de Carteiras para o FDR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1014413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segura de carteiras Bitcoin ao Fundo Descentralizado de Reserva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701998"/>
            <a:ext cx="1487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434485" y="1701998"/>
            <a:ext cx="21378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4A8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Upload de Carteiras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572336" y="1701998"/>
            <a:ext cx="14923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permite a importação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930598"/>
            <a:ext cx="22865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 de carteiras Bitcoin para o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572336" y="1930598"/>
            <a:ext cx="1770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4A8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Fundo Descentralizado de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85750" y="2159198"/>
            <a:ext cx="9378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4A8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Reserva (FDR)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1223590" y="2159198"/>
            <a:ext cx="27435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fornecendo uma interface intuitiva para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5750" y="2387798"/>
            <a:ext cx="40546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gerenciar os fundos utilizados nas operações de arbitragem.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285750" y="2714625"/>
            <a:ext cx="4143375" cy="2143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857500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Benefícios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600075" y="3114675"/>
            <a:ext cx="368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Importação simplificada de múltiplos formatos de carteira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600075" y="3629025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automática de saldos em tempo real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00075" y="3914775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Proteção de chaves privadas com criptografia AES-256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600075" y="4200525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direta com o bot de arbitragem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600075" y="4486275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2021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centralizado de todos os fundos</a:t>
            </a:r>
            <a:endParaRPr lang="en-US" sz="1046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2071688"/>
            <a:ext cx="3429000" cy="25717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5750" y="5200650"/>
            <a:ext cx="26841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Desenvolvido para o Bot de Arbitragem de Criptomoedas</a:t>
            </a:r>
            <a:endParaRPr lang="en-US" sz="732" dirty="0"/>
          </a:p>
        </p:txBody>
      </p:sp>
      <p:sp>
        <p:nvSpPr>
          <p:cNvPr id="22" name="Text 18"/>
          <p:cNvSpPr/>
          <p:nvPr/>
        </p:nvSpPr>
        <p:spPr>
          <a:xfrm>
            <a:off x="8272965" y="5200650"/>
            <a:ext cx="5852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Agosto 2025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2025-08-18T11:08:47Z</dcterms:created>
  <dcterms:modified xsi:type="dcterms:W3CDTF">2025-08-18T11:08:47Z</dcterms:modified>
</cp:coreProperties>
</file>